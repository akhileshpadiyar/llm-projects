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7315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FleetPulse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Next-Generation Fleet Intelligence &amp; Operational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Core AI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Real-time predictive maintenance alerts to prevent breakdowns and reduce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3018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Automated route optimization for enhanced fuel efficiency across the fleet.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5916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Driver safety monitoring with computer vision for improved compliance and risk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METRIC CALLOUT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Efficiency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D9488"/>
                </a:solidFill>
              </a:defRPr>
            </a:pPr>
            <a:r>
              <a:t>34%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4155"/>
                </a:solidFill>
              </a:defRPr>
            </a:pPr>
            <a:r>
              <a:t>Average reduction in annual fleet maintenance and operational fuel costs.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Deployment &amp; Security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9728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Zero-trust cloud deployment to ensure secure data access and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3018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018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Role-based access control (RBAC) for granular permission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645920"/>
            <a:ext cx="3362858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5916" y="19202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2468880"/>
            <a:ext cx="2905658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500">
                <a:solidFill>
                  <a:srgbClr val="334155"/>
                </a:solidFill>
              </a:defRPr>
            </a:pPr>
            <a:r>
              <a:t>24/7 automated uptime monitoring to maintain system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
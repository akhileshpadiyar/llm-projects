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AutoDoc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Automating Enterprise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Problem and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cost of manual documentation processes</a:t>
            </a:r>
          </a:p>
          <a:p>
            <a:r>
              <a:t>Inconsistent quality across departments</a:t>
            </a:r>
          </a:p>
          <a:p>
            <a:r>
              <a:t>Time-consuming and error-prone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
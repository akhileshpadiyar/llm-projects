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7315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AI-Powered Diagnostics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Revolutionizing early detection and clinical workflow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Clinical Value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4213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198493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Early disease detection in radiology images improves patient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693" y="1645920"/>
            <a:ext cx="244213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22293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2293" y="2468880"/>
            <a:ext cx="198493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Automated triage for emergency care reduces wait times and misdiagnosis.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645920"/>
            <a:ext cx="244213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468880"/>
            <a:ext cx="198493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Reducing diagnostic error rates in pathology enhances accuracy of test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8041" y="1645920"/>
            <a:ext cx="244213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46641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6641" y="2468880"/>
            <a:ext cx="198493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Accelerating patient intake processing streamlines clinic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METRIC CALLOUT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Impact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D9488"/>
                </a:solidFill>
              </a:defRPr>
            </a:pPr>
            <a:r>
              <a:t>94.2%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Accuracy rate in detecting early-stage pulmonary abnormalities in clinical trial benchmark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Enterprise Integration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HIPAA and GDPR regulatory compliance ensures data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Seamless HL7/FHIR EHR integration supports interoperability across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5916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End-to-end data encryption protects patient privacy from end to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